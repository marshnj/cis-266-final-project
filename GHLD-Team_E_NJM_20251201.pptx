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DAFB9-D88C-437F-8234-022EF956B9D4}" v="1" dt="2025-11-02T22:38:44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9312-BB4E-C6D7-1684-179891488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D18F8-1414-95ED-C656-BEB937092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A0C1D-A9E6-25FD-85EC-FC412BB8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961F5-5DB3-03F5-BB62-B3376630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51B9F-65F7-C03F-0D99-E6B292AC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BF0B-1178-8777-1040-EC1E7A7B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913F-3E66-DB40-1844-164C8DCD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DF066-F2FF-3759-A9F1-9FF2B2A2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75F1-66FE-41F6-5A8F-AAEAE89E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9612-2958-7C60-62A2-F3A78AB5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E576-8C40-6EBD-D4B4-9B8A4C8B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CB933-53C5-73E0-AC5D-0947389AB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08BC-7C70-0E71-FE94-14DE4337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4185B-4773-0216-A97D-0E83E5AE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8A0A7-00A3-8B80-77D8-45982243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5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3D3F-D58F-CD85-EC54-53E50E39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D418-E70B-4DCD-9367-702BCDC7F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D312F-E874-C9E0-63D2-B95064495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110A9-1E62-F831-9ABF-5F8AB6A5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3BD41-1613-377F-13EF-1324397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16FF-16CE-ED84-A3C9-14781536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5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40CD-E88D-6635-C9C3-61A9EC51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E188A-9C4C-3C36-54B7-CCE06FE0C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CDC87-AA2F-EBAC-4144-020016B29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3516F-5146-EE84-AD60-69A83ABD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E084A-0F6D-0CA4-C7CE-767FBD2DD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DB3BC-FEB9-6094-BF24-F7FF1A98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DA0E7-2824-B78E-4890-7A1FF0DE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A36EC-F0DC-0926-B07C-5717B0F9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7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5364-6931-B057-FA6C-A862F6B0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6C0FF-3D2C-F81B-F4AE-A7E4E409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051E7-51E1-8385-9038-0C910BC6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7A154-183F-3402-AF8F-B3B66868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6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80378-34A5-29C7-0AC4-54AFFC21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40A39-B62A-ABA3-7CAF-9F4DF884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3355D-01B9-E5FB-6E06-EB454A3C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941C-32B3-19FA-1DBC-C4CAC6DD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5A28-DE01-C261-4E19-CB41D0DDA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A7F8A-3D3C-B03E-C57B-111C9E55A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BD591-B38E-04AD-73F5-8927B831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D9CEC-1938-4509-6D2D-75F47A2F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6EFA8-15A1-D3F0-F0CD-2F293121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6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8AC3-37F4-178D-CDD7-589E97F5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7C852-7092-19C3-9157-A2EFB3E6E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4F065-A4F0-F20E-09F6-5F555C9F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0A2BF-C1C0-FC40-4085-57089B63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8770F-3C3C-2B5D-72B1-6F67EF11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FBB9E-82D4-467E-7B2C-786509A5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AD7B-929F-5B60-D183-8BF1F03C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52C7D-A887-798A-3CE1-63DF1CF20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0AD7F-3E02-09DA-1873-E749C0AB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B4D3D-D9EC-CBD4-1550-B68CC2BF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2ABF-6520-B0D8-72E5-B4CD4D4F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9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81525-023E-BFBC-E229-E44FC22F9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CFFB7-7EE2-038E-FE3E-B3C314D2D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54B0-AA7B-89E1-014D-BF6DFFA5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F2F80-80A3-FEF7-C3D6-EEAA2502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4A9AC-8F1D-7CBB-7E34-CF772956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34CD8-0DBC-E9A3-3973-B28344BA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988C2-7538-F9C4-FB30-56F1D0E6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60AB1-2B8D-1506-0A92-09A0CE5ED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20931-C1AB-4A38-9545-F5D5B48F92E3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CA7B4-39D7-8016-0213-0EAC0D625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B964-8ECD-B26A-7927-A67A2D4A2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DA59D-A85D-46A0-B5A6-D481B80D0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asset management system&#10;&#10;AI-generated content may be incorrect.">
            <a:extLst>
              <a:ext uri="{FF2B5EF4-FFF2-40B4-BE49-F238E27FC236}">
                <a16:creationId xmlns:a16="http://schemas.microsoft.com/office/drawing/2014/main" id="{D6B6284B-DDED-9712-E43E-02777D906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81" y="0"/>
            <a:ext cx="10758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9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866DEB7-33F7-7D10-ED2A-54C1601B5012}"/>
              </a:ext>
            </a:extLst>
          </p:cNvPr>
          <p:cNvSpPr/>
          <p:nvPr/>
        </p:nvSpPr>
        <p:spPr>
          <a:xfrm>
            <a:off x="5646975" y="2604526"/>
            <a:ext cx="200025" cy="1309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EEE49DEE-188F-A098-2934-42D91A82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8" y="97100"/>
            <a:ext cx="10515600" cy="523523"/>
          </a:xfrm>
        </p:spPr>
        <p:txBody>
          <a:bodyPr>
            <a:normAutofit fontScale="90000"/>
          </a:bodyPr>
          <a:lstStyle/>
          <a:p>
            <a:r>
              <a:rPr lang="en-US" dirty="0"/>
              <a:t>User Database Related GUI Designs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A32BC2-3C48-D5C5-EEEE-79976BA53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09" y="725738"/>
            <a:ext cx="2035748" cy="1774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CAFAD-AB28-7BC7-1723-28364F2F3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450" y="745900"/>
            <a:ext cx="1995753" cy="1733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7B05D5-DC86-93E7-C471-FDE0DDBFE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696" y="784368"/>
            <a:ext cx="1940621" cy="16948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C64B7C-408E-2188-0282-B77935A11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649" y="2595090"/>
            <a:ext cx="2459849" cy="10405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0AE59C-22E1-F275-E4D7-18FC21F4D9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209" y="3706258"/>
            <a:ext cx="11297079" cy="30663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BEFE965-E79F-1311-9FD4-49AE80570B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0370" y="849540"/>
            <a:ext cx="2312115" cy="27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7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44">
            <a:extLst>
              <a:ext uri="{FF2B5EF4-FFF2-40B4-BE49-F238E27FC236}">
                <a16:creationId xmlns:a16="http://schemas.microsoft.com/office/drawing/2014/main" id="{559363A0-C522-D4D3-E388-A834BEFF7119}"/>
              </a:ext>
            </a:extLst>
          </p:cNvPr>
          <p:cNvSpPr txBox="1">
            <a:spLocks/>
          </p:cNvSpPr>
          <p:nvPr/>
        </p:nvSpPr>
        <p:spPr>
          <a:xfrm>
            <a:off x="757584" y="174036"/>
            <a:ext cx="10515600" cy="523523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Asset Database Related GUI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5C37A-5D29-070B-A4C6-DA4B304CD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6" y="1008785"/>
            <a:ext cx="11667968" cy="56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9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User Database Related GUI Designs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Marsh</dc:creator>
  <cp:lastModifiedBy>Nicholas Marsh</cp:lastModifiedBy>
  <cp:revision>2</cp:revision>
  <dcterms:created xsi:type="dcterms:W3CDTF">2025-11-02T16:18:58Z</dcterms:created>
  <dcterms:modified xsi:type="dcterms:W3CDTF">2025-12-01T23:11:13Z</dcterms:modified>
</cp:coreProperties>
</file>