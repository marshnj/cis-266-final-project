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46" autoAdjust="0"/>
  </p:normalViewPr>
  <p:slideViewPr>
    <p:cSldViewPr snapToGrid="0">
      <p:cViewPr varScale="1">
        <p:scale>
          <a:sx n="77" d="100"/>
          <a:sy n="77" d="100"/>
        </p:scale>
        <p:origin x="606" y="294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Homework presentation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Nick Marsh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7A84F7-C723-6CC1-51B5-462BC9B0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603831"/>
          </a:xfrm>
        </p:spPr>
        <p:txBody>
          <a:bodyPr/>
          <a:lstStyle/>
          <a:p>
            <a:r>
              <a:rPr lang="en-US" sz="3200" dirty="0"/>
              <a:t>Homework Presentation Slide 1 – </a:t>
            </a:r>
            <a:r>
              <a:rPr lang="en-US" sz="3200"/>
              <a:t>Nick Marsh</a:t>
            </a:r>
            <a:endParaRPr 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501E7F-45B6-B4BE-42F6-A33384F33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882316"/>
            <a:ext cx="9779182" cy="465220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purpose of the presentation?</a:t>
            </a:r>
          </a:p>
          <a:p>
            <a:pPr lvl="1"/>
            <a:r>
              <a:rPr lang="en-US" dirty="0"/>
              <a:t>The purpose of the presentation is to present the working design of the Nursing School Asset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Who is the audience?</a:t>
            </a:r>
          </a:p>
          <a:p>
            <a:pPr lvl="1"/>
            <a:r>
              <a:rPr lang="en-US" dirty="0"/>
              <a:t>The audience is the class and instructor for review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time limit?</a:t>
            </a:r>
          </a:p>
          <a:p>
            <a:pPr lvl="1"/>
            <a:r>
              <a:rPr lang="en-US" dirty="0"/>
              <a:t>The time limit is six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environment?</a:t>
            </a:r>
          </a:p>
          <a:p>
            <a:pPr lvl="1"/>
            <a:r>
              <a:rPr lang="en-US" dirty="0"/>
              <a:t>The environment is assumed to be a posted, recorded video presentation that the class can view for evaluation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6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43D5-41F5-2D0C-6070-85E8095F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899391-773B-5FBE-4240-2F240C6D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603831"/>
          </a:xfrm>
        </p:spPr>
        <p:txBody>
          <a:bodyPr/>
          <a:lstStyle/>
          <a:p>
            <a:r>
              <a:rPr lang="en-US" sz="3600" dirty="0"/>
              <a:t>Homework Presentation Slide 2 – Nick Marsh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C081BD-3D10-9C83-E1FE-3BB0D6E3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882316"/>
            <a:ext cx="9779182" cy="465220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are the key steps to take?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Decide the topic and level of the presentation. I am planning to cover the portions of the project I worked on directly.  I did the login and user related requirements.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Prepare a presentation script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Verify the UI’s work correctly and can be used in the presentation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Verify the timing of the presentation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Practice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Complete the presentation and record 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Review the video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Redo if necessary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015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{810E7AF5-51E7-4DAB-A4B7-EFD88C8AC3E2}TF0e83fa2d-9a66-4e5e-9e82-acc620be7a498e277179_win32-f234380521c6</Template>
  <TotalTime>13</TotalTime>
  <Words>172</Words>
  <Application>Microsoft Office PowerPoint</Application>
  <PresentationFormat>Widescreen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Tenorite</vt:lpstr>
      <vt:lpstr>Custom</vt:lpstr>
      <vt:lpstr>Homework presentation  Nick Marsh</vt:lpstr>
      <vt:lpstr>Homework Presentation Slide 1 – Nick Marsh</vt:lpstr>
      <vt:lpstr>Homework Presentation Slide 2 – Nick Marsh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Marsh</dc:creator>
  <cp:lastModifiedBy>Nicholas Marsh</cp:lastModifiedBy>
  <cp:revision>2</cp:revision>
  <dcterms:created xsi:type="dcterms:W3CDTF">2025-11-30T16:35:13Z</dcterms:created>
  <dcterms:modified xsi:type="dcterms:W3CDTF">2025-12-01T21:58:35Z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